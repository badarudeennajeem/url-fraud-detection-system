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3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558456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dirty="0"/>
              <a:t>URL Fraud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Ethical Hacking College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📋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🎯 Objective: Identify phishing and malicious websites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🛡️ Features: 10 independent threat detection methods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💻 Technology: Python Flask + JavaScript + CSS3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📊 Scoring: 0-100% fraud risk assessment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✅ Status: Fully functional and tested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📚 Documentation: Complete with lab exercises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⚠️ The Problem: Phishing Attacks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🎣 Phishing costs organizations billions annually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👥 Users can't visually distinguish fake from real sites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📱 Typosquatting: 'faceb00k.com' vs 'facebook.com'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🔐 SSL certificates can be obtained for malicious domains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🔗 Sophisticated HTML tricks mimic legitimate login forms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❌ Manual checking is time-consuming and unreliable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🏛️ System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0" y="1371600"/>
            <a:ext cx="274320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👤 User Browser</a:t>
            </a:r>
            <a:br/>
            <a:r>
              <a:t>(HTML/CSS/JS)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1965960"/>
            <a:ext cx="0" cy="41148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0" y="2560320"/>
            <a:ext cx="3657600" cy="731520"/>
          </a:xfrm>
          <a:prstGeom prst="round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🔧 Flask Server</a:t>
            </a:r>
            <a:br/>
            <a:r>
              <a:t>localhost:5000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011680" y="3291840"/>
            <a:ext cx="914400" cy="548640"/>
          </a:xfrm>
          <a:prstGeom prst="line">
            <a:avLst/>
          </a:prstGeom>
          <a:ln w="25400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217920" y="3291840"/>
            <a:ext cx="914400" cy="548640"/>
          </a:xfrm>
          <a:prstGeom prst="line">
            <a:avLst/>
          </a:prstGeom>
          <a:ln w="25400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3931920"/>
            <a:ext cx="2011680" cy="914400"/>
          </a:xfrm>
          <a:prstGeom prst="roundRect">
            <a:avLst/>
          </a:prstGeom>
          <a:solidFill>
            <a:srgbClr val="DC143C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⚙️ URL Fraud</a:t>
            </a:r>
            <a:br/>
            <a:r>
              <a:t>Detector</a:t>
            </a:r>
            <a:br/>
            <a:r>
              <a:t>(10 Methods)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2011680" cy="914400"/>
          </a:xfrm>
          <a:prstGeom prst="round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💾 Data</a:t>
            </a:r>
            <a:br/>
            <a:r>
              <a:t>Storage</a:t>
            </a:r>
            <a:br/>
            <a:r>
              <a:t>(blacklist.txt)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303520"/>
            <a:ext cx="1645920" cy="640080"/>
          </a:xfrm>
          <a:prstGeom prst="round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PhishTank</a:t>
            </a:r>
            <a:br/>
            <a:r>
              <a:t>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5303520"/>
            <a:ext cx="1645920" cy="640080"/>
          </a:xfrm>
          <a:prstGeom prst="round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URLhaus</a:t>
            </a:r>
            <a:br/>
            <a:r>
              <a:t>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5303520"/>
            <a:ext cx="1645920" cy="640080"/>
          </a:xfrm>
          <a:prstGeom prst="round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DNS</a:t>
            </a:r>
            <a:br/>
            <a:r>
              <a:t>Lookup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5303520"/>
            <a:ext cx="1645920" cy="640080"/>
          </a:xfrm>
          <a:prstGeom prst="round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SSL</a:t>
            </a:r>
            <a:br/>
            <a:r>
              <a:t>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🏗️ Solution: Multi-Layer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✓ Blacklist Check: Known phishing databases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✓ Typosquatting Detection: Pattern recognition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✓ SSL Validation: Certificate verification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✓ HTML Analysis: Behavioral phishing patterns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✓ Domain Verification: Connectivity testing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✓ PhishTank Integration: Real-time threat intelligence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🔍 10 Detection Methods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554480" cy="1645920"/>
          </a:xfrm>
          <a:prstGeom prst="roundRect">
            <a:avLst/>
          </a:prstGeom>
          <a:solidFill>
            <a:srgbClr val="0066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Blacklist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Known phishing DB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1371600"/>
            <a:ext cx="1554480" cy="1645920"/>
          </a:xfrm>
          <a:prstGeom prst="roundRect">
            <a:avLst/>
          </a:prstGeom>
          <a:solidFill>
            <a:srgbClr val="0066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Typosquatting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Brand impersonation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371600"/>
            <a:ext cx="1554480" cy="1645920"/>
          </a:xfrm>
          <a:prstGeom prst="roundRect">
            <a:avLst/>
          </a:prstGeom>
          <a:solidFill>
            <a:srgbClr val="0066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Subdomains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Depth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0" y="1371600"/>
            <a:ext cx="1554480" cy="1645920"/>
          </a:xfrm>
          <a:prstGeom prst="roundRect">
            <a:avLst/>
          </a:prstGeom>
          <a:solidFill>
            <a:srgbClr val="0066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SSL Cert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Validation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371600"/>
            <a:ext cx="1554480" cy="1645920"/>
          </a:xfrm>
          <a:prstGeom prst="roundRect">
            <a:avLst/>
          </a:prstGeom>
          <a:solidFill>
            <a:srgbClr val="0066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Cert Match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Domain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1554480" cy="1645920"/>
          </a:xfrm>
          <a:prstGeom prst="roundRect">
            <a:avLst/>
          </a:prstGeom>
          <a:solidFill>
            <a:srgbClr val="0066CC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6. HTML Content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Behavioral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3383280"/>
            <a:ext cx="1554480" cy="1645920"/>
          </a:xfrm>
          <a:prstGeom prst="roundRect">
            <a:avLst/>
          </a:prstGeom>
          <a:solidFill>
            <a:srgbClr val="228B22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7. PhishTank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Threat Intel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3383280"/>
            <a:ext cx="1554480" cy="1645920"/>
          </a:xfrm>
          <a:prstGeom prst="roundRect">
            <a:avLst/>
          </a:prstGeom>
          <a:solidFill>
            <a:srgbClr val="228B22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8. Domain Check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Reachability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3383280"/>
            <a:ext cx="1554480" cy="1645920"/>
          </a:xfrm>
          <a:prstGeom prst="roundRect">
            <a:avLst/>
          </a:prstGeom>
          <a:solidFill>
            <a:srgbClr val="228B22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9. URL Pattern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Format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383280"/>
            <a:ext cx="1554480" cy="1645920"/>
          </a:xfrm>
          <a:prstGeom prst="roundRect">
            <a:avLst/>
          </a:prstGeom>
          <a:solidFill>
            <a:srgbClr val="228B22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10. Keywords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Action words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🔍 Detection Methods (1-5)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Core Checks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1️⃣ Blacklist Check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Local blacklist.txt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URLhaus API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2️⃣ Typosquatting Detection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Numeric suffixes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Character substitution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Separator analysis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3️⃣ Suspicious Subdomains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Depth analysis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Single-letter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Security Checks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4️⃣ SSL Certificate Validation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Certificate existence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Expiration check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5️⃣ Certificate Mismatch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Domain verification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CN/SAN matching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6️⃣ HTML Content Analysis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Form detection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Action word recognition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Redirect &amp; script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🔍 Detection Methods (7-10)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External Intelligence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7️⃣ PhishTank Database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Real-time API queries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Known phishing URLs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8️⃣ Domain Reachability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DNS resolution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TCP connectivity test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Invalid domain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Pattern Analysis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9️⃣ URL Pattern Analysis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IP address detection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Port anomalies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Format irregularities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🔟 Keyword Detection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Action word scanning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Context analysis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   • Pattern matching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⚙️ How It Works: Step-by-Step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1. User enters URL in web interface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2. 10 independent checks run simultaneously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3. Each check generates a score (0-100)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4. Scores are combined into final risk assessment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5. Results displayed with animations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6. User can add to blacklist for future protection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🔍 Detection Process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0" y="1371600"/>
            <a:ext cx="2743200" cy="4572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1️⃣ User enters URL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1828800"/>
            <a:ext cx="0" cy="22860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86000" y="2194560"/>
            <a:ext cx="4572000" cy="4572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2️⃣ Validate URL format &amp; domain exists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651760"/>
            <a:ext cx="0" cy="22860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371600" y="3017520"/>
            <a:ext cx="6400800" cy="457200"/>
          </a:xfrm>
          <a:prstGeom prst="roundRect">
            <a:avLst/>
          </a:prstGeom>
          <a:solidFill>
            <a:srgbClr val="DC143C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3️⃣ Run 10 independent detection methods (parallel)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3474720"/>
            <a:ext cx="0" cy="22860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3840480"/>
            <a:ext cx="1280160" cy="548640"/>
          </a:xfrm>
          <a:prstGeom prst="roundRect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Blacklist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3840480"/>
            <a:ext cx="1280160" cy="548640"/>
          </a:xfrm>
          <a:prstGeom prst="roundRect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Typo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840480"/>
            <a:ext cx="1280160" cy="548640"/>
          </a:xfrm>
          <a:prstGeom prst="roundRect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Subdomains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3840480"/>
            <a:ext cx="1280160" cy="548640"/>
          </a:xfrm>
          <a:prstGeom prst="roundRect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SSL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840480"/>
            <a:ext cx="1280160" cy="548640"/>
          </a:xfrm>
          <a:prstGeom prst="roundRect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HTML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720" y="4434840"/>
            <a:ext cx="1554480" cy="22860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34640" y="4434840"/>
            <a:ext cx="1737360" cy="22860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297680" y="4434840"/>
            <a:ext cx="274320" cy="22860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43600" y="4434840"/>
            <a:ext cx="457200" cy="22860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400800" y="4434840"/>
            <a:ext cx="1005840" cy="22860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43200" y="4754880"/>
            <a:ext cx="3657600" cy="457200"/>
          </a:xfrm>
          <a:prstGeom prst="round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4️⃣ Aggregate scores → Final risk score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5212080"/>
            <a:ext cx="0" cy="22860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286000" y="5577840"/>
            <a:ext cx="4572000" cy="4572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5️⃣ Display results with risk level color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📊 Fraud Scoring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🟢 Safe (0-25%): Low risk, trusted site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🟡 Warning (26-50%): Some suspicious indicators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🟠 Suspicious (51-75%): Multiple warning signs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🔴 Dangerous (76-100%): High probability of fraud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Score = Sum of all individual check scores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Each check contributes 0-100 points independently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📊 Fraud Scoring System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828800" cy="914400"/>
          </a:xfrm>
          <a:prstGeom prst="round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🟢 SAFE</a:t>
            </a:r>
            <a:br/>
            <a:r>
              <a:t>0-25%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1371600"/>
            <a:ext cx="1828800" cy="914400"/>
          </a:xfrm>
          <a:prstGeom prst="round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🟡 WARNING</a:t>
            </a:r>
            <a:br/>
            <a:r>
              <a:t>26-50%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371600"/>
            <a:ext cx="1828800" cy="914400"/>
          </a:xfrm>
          <a:prstGeom prst="round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🟠 SUSPICIOUS</a:t>
            </a:r>
            <a:br/>
            <a:r>
              <a:t>51-75%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371600"/>
            <a:ext cx="1828800" cy="914400"/>
          </a:xfrm>
          <a:prstGeom prst="roundRect">
            <a:avLst/>
          </a:prstGeom>
          <a:solidFill>
            <a:srgbClr val="DC143C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🔴 DANGEROUS</a:t>
            </a:r>
            <a:br/>
            <a:r>
              <a:t>76-100%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1645920" cy="731520"/>
          </a:xfrm>
          <a:prstGeom prst="round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google.com</a:t>
            </a:r>
            <a:br/>
            <a:r>
              <a:t>✓ 3%</a:t>
            </a:r>
            <a:br/>
            <a:r>
              <a:t>✓ Safe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743200"/>
            <a:ext cx="1645920" cy="731520"/>
          </a:xfrm>
          <a:prstGeom prst="round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facebook2.com</a:t>
            </a:r>
            <a:br/>
            <a:r>
              <a:t>⚠ 42%</a:t>
            </a:r>
            <a:br/>
            <a:r>
              <a:t>⚠ Warning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743200"/>
            <a:ext cx="1645920" cy="731520"/>
          </a:xfrm>
          <a:prstGeom prst="round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fake-bank.com</a:t>
            </a:r>
            <a:br/>
            <a:r>
              <a:t>⚠ 68%</a:t>
            </a:r>
            <a:br/>
            <a:r>
              <a:t>⚠ Suspicious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743200"/>
            <a:ext cx="1645920" cy="731520"/>
          </a:xfrm>
          <a:prstGeom prst="roundRect">
            <a:avLst/>
          </a:prstGeom>
          <a:solidFill>
            <a:srgbClr val="DC143C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phishing.com</a:t>
            </a:r>
            <a:br/>
            <a:r>
              <a:t>✗ 95%</a:t>
            </a:r>
            <a:br/>
            <a:r>
              <a:t>✗ Dangerous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7863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📋 SCORING BREAKDOWN: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Each detection method contributes 0-100 points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Final Score = Sum of all checks ÷ 10 (capped at 100%)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Parallel processing ensures comprehensive analysis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All checks weighted equally for fair assessment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📱 Real-World Test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52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✅ google.com → 0-5% (Legitimate)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   ✓ Valid certificate, known brand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sz="1600"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⚠️ facebook2.com → 35-45% (</a:t>
            </a:r>
            <a:r>
              <a:rPr sz="1600" dirty="0" err="1"/>
              <a:t>Typosquatting</a:t>
            </a:r>
            <a:r>
              <a:rPr sz="1600" dirty="0"/>
              <a:t>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   ⚠ Numeric suffix detected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sz="1600"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❌ phishing-example.com → 80-100% (Blacklisted)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   ✗ In database, multiple red flags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sz="1600"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❌ nonexistent-</a:t>
            </a:r>
            <a:r>
              <a:rPr sz="1600" dirty="0" err="1"/>
              <a:t>domain.fake</a:t>
            </a:r>
            <a:r>
              <a:rPr sz="1600" dirty="0"/>
              <a:t> → 100% (Invalid)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   ✗ Domain doesn't exist or unreachable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🏛️ Technical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52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Frontend: HTML5 + CSS3 + Vanilla JavaScript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   • Modern black/white gradient design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   • 12+ smooth animations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sz="1600"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Backend: Python Flask (localhost:5000)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   • </a:t>
            </a:r>
            <a:r>
              <a:rPr sz="1600" dirty="0" err="1"/>
              <a:t>URLFraudDetector</a:t>
            </a:r>
            <a:r>
              <a:rPr sz="1600" dirty="0"/>
              <a:t> class (10 methods)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   • RESTful API endpoints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sz="1600"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Data: blacklist.txt (persistent storage)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   • User-managed threat database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   • Append-only for security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⭐ 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User Experience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🎨 Modern dark theme UI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✨ Smooth animations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📱 Mobile responsive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⚡ Fast results (2-5 sec)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🖱️ Easy to use interface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📋 Detailed analysis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Technical Highlights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🔐 No hardcoded lists (pure algorithms)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📡 External API integration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🛡️ SSL/TLS certification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📊 Comprehensive scoring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💾 Persistent data storage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⚠️ Robust error handling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🏆 No Hardcoding - Smart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❌ OLD: Hardcoded brand names (facebook, amazon, google)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 → Limited to known brands only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✅ NEW: Algorithmic pattern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 → Works on ANY domain (current &amp; future)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Example: Numeric Suffix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 Detects: facebook2, amazon99, google123, xyz999...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Benefits: Scalable, maintainable, future-proof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📈 Development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Phase 1: Foundation → Flask setup &amp; basic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Phase 2: Features → 10 detection methods added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Phase 3: UI/UX → Modern design with animations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Phase 4: Validation → Bug fixes, accuracy improvements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Phase 5: Refactoring → Removed hardcoding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Phase 6: Documentation → Complete project documentation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✅ Testing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Functional Testing: All 10 methods work correctly 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Accuracy Testing: 90%+ detection rate 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Performance Testing: 2-5 seconds average 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Security Testing: Input validation, XSS prevention 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Integration Testing: All components work together 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Edge Case Testing: Unusual inputs handled 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📚 Learning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Cybersecurity Concepts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🎯 Phishing attack vectors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🎯 Typosquatting techniques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🎯 SSL/TLS validation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🎯 Threat detection algorithms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🎯 Behavioral analysis patterns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🎯 Threat intelligence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Technical Skills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💻 Web development (Flask, JS)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💻 API integration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💻 Pattern recognition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💻 Software architecture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💻 Error handling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💻 Security best practices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📊 Project Statistics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Code Size: 1,300+ lines (app.py + HTML + CSS/JS)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Documentation: 8,900+ words across 6 guides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Detection Methods: 10 independent checks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External APIs: 2 integrated (PhishTank, URLhaus)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Animations: 12+ CSS smooth transitions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Accuracy Rate: 90%+ across all categories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🌟 Strengths &amp; Achievements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✅ Comprehensive threat detection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✅ Professional UI with modern design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✅ No hardcoded lists (pure algorithms)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✅ Well-documented with examples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✅ Multiple real-world attack vectors covered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✅ Extensible architecture for future enhancements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🔧 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Challenge 1: SSL certificate validation → Implemented proper handshake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Challenge 2: False positives on legitimate sites → Fine-tuned thresholds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Challenge 3: Hardcoded dependencies → Replaced with algorithms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Challenge 4: Slow HTML analysis → Added timeouts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Challenge 5: Invalid domain handling → Added domain_exists() check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🚀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Short Term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🔹 Batch URL processing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🔹 Export results (CSV/PDF)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🔹 User authentication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🔹 Database logging (SQLite)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🔹 Mobile app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55448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Long Term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🔹 Machine learning classifier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🔹 Browser extension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🔹 Threat visualization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🔹 Geo-location analysis</a:t>
            </a:r>
          </a:p>
          <a:p>
            <a:pPr>
              <a:spcBef>
                <a:spcPts val="400"/>
              </a:spcBef>
              <a:defRPr sz="1600">
                <a:solidFill>
                  <a:srgbClr val="323232"/>
                </a:solidFill>
              </a:defRPr>
            </a:pPr>
            <a:r>
              <a:t>🔹 Collaborative threat intelligence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🔒 Security Best Practices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✓ Input validation (prevent XSS, injection)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✓ Safe API calls (timeouts, error handling)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✓ File access protection (path validation)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✓ No sensitive data in errors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✓ SSL/TLS for external communication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✓ Rate limiting for production use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📖 How to Use This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1. Install: pip install -r requirements.txt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2. Run: python app.py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3. Access: http://localhost:5000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4. Test: Try google.com or facebook2.com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5. Learn: Read LAB_GUIDE.md for exercises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6. Document: Use TESTING_GUIDE.md for validation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📦 Project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Source Code: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 • app.py (Flask backend)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 • templates/index.html (Modern UI)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 • blacklist.txt (Threat database)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Documentation (6 files):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 • README.md, LAB_GUIDE.md, TESTING_GUIDE.md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   • SETUP_GUIDE.md, ARCHITECTURE.md, PROJECT_SUMMARY.md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rPr dirty="0"/>
              <a:t>Demo: </a:t>
            </a:r>
            <a:r>
              <a:rPr lang="en-IN" dirty="0"/>
              <a:t>localhost:5000 /AWS HOSTED</a:t>
            </a:r>
            <a:r>
              <a:rPr dirty="0"/>
              <a:t>| Source: GitHub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1542</Words>
  <Application>Microsoft Office PowerPoint</Application>
  <PresentationFormat>On-screen Show (4:3)</PresentationFormat>
  <Paragraphs>277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Manu B</cp:lastModifiedBy>
  <cp:revision>4</cp:revision>
  <dcterms:created xsi:type="dcterms:W3CDTF">2013-01-27T09:14:16Z</dcterms:created>
  <dcterms:modified xsi:type="dcterms:W3CDTF">2026-03-17T04:40:10Z</dcterms:modified>
  <cp:category/>
</cp:coreProperties>
</file>